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97280"/>
            <a:ext cx="6583680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Iris Flower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Decision Tree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2103120" cy="2103120"/>
          </a:xfrm>
          <a:prstGeom prst="ellipse">
            <a:avLst/>
          </a:prstGeom>
          <a:solidFill>
            <a:srgbClr val="2E7D52">
              <a:alpha val="40000"/>
            </a:srgbClr>
          </a:solidFill>
          <a:ln w="12700">
            <a:solidFill>
              <a:srgbClr val="2E7D5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2286000"/>
            <a:ext cx="1463040" cy="146304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2926080"/>
            <a:ext cx="1097280" cy="1097280"/>
          </a:xfrm>
          <a:prstGeom prst="ellipse">
            <a:avLst/>
          </a:prstGeom>
          <a:solidFill>
            <a:srgbClr val="D8F3DC">
              <a:alpha val="20000"/>
            </a:srgbClr>
          </a:solidFill>
          <a:ln w="12700">
            <a:solidFill>
              <a:srgbClr val="D8F3D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•  Scikit-learn  •  Pandas  • 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F4FAF6"/>
          </a:solidFill>
          <a:ln w="1905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species of an Iris flower from its petal and sepal measurements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280160"/>
            <a:ext cx="2743200" cy="3383280"/>
          </a:xfrm>
          <a:prstGeom prst="rect">
            <a:avLst/>
          </a:prstGeom>
          <a:solidFill>
            <a:srgbClr val="F4FAF6"/>
          </a:solidFill>
          <a:ln w="1905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280160"/>
            <a:ext cx="274320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samples · 4 features · 3 species: Setosa, Versicolor, Virginica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743200" cy="3383280"/>
          </a:xfrm>
          <a:prstGeom prst="rect">
            <a:avLst/>
          </a:prstGeom>
          <a:solidFill>
            <a:srgbClr val="F4FAF6"/>
          </a:solidFill>
          <a:ln w="1905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280160"/>
            <a:ext cx="274320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8288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Decision Tree Classifier using Scikit-learn; evaluate with accuracy, confusion matrix &amp; report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Iris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35661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2E7D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(X)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Length (cm)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Width (cm)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(cm)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75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Width (cm)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206240" cy="35661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188720"/>
            <a:ext cx="4206240" cy="411480"/>
          </a:xfrm>
          <a:prstGeom prst="rect">
            <a:avLst/>
          </a:prstGeom>
          <a:solidFill>
            <a:srgbClr val="2E7D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 (y)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783080"/>
            <a:ext cx="164592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80136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samples · Easily separable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69748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97480"/>
            <a:ext cx="164592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71576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2999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samples · Overlaps with Virginica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164592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63016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913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samples · Largest petals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total samples  ·  Balanced classes (50 each)  ·  No missing values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2743200" cy="15087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88720"/>
            <a:ext cx="27432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Load &amp; Explore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Iris dataset, create DataFrame, check shape, dtypes, missing values, class balance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2743200" cy="15087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188720"/>
            <a:ext cx="27432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Feature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66420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X (4 measurements) and y (species label); explore group means by species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1188720"/>
            <a:ext cx="2743200" cy="15087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3328" y="1188720"/>
            <a:ext cx="27432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Train-Test Split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63056" y="1664208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training / 25% testing with stratification &amp; random_state=7 for reproducibility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2743200" cy="15087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52928"/>
            <a:ext cx="274320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852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Model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28416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DecisionTreeClassifier (criterion=gini, max_depth=3)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852928"/>
            <a:ext cx="2743200" cy="15087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52928"/>
            <a:ext cx="274320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852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Predict &amp; Evaluate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328416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score, confusion matrix, precision/recall/F1 classification report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2852928"/>
            <a:ext cx="2743200" cy="1508760"/>
          </a:xfrm>
          <a:prstGeom prst="rect">
            <a:avLst/>
          </a:prstGeom>
          <a:solidFill>
            <a:srgbClr val="F4FAF6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3328" y="2852928"/>
            <a:ext cx="274320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2852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Visualize &amp; Interpret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63056" y="3328416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decision tree; compute feature importances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 Classifier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sequence of binary rules from training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node: asks a question about one feature (e.g. petal length &lt; 2.45?)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based on the answer (left = yes, right = no)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Gini impurity (max_depth = 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interpretable — can be visualized directly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2286000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097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&lt; 2.45?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0" cy="73152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2331720"/>
            <a:ext cx="146304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600200"/>
            <a:ext cx="0" cy="731520"/>
          </a:xfrm>
          <a:prstGeom prst="line">
            <a:avLst/>
          </a:prstGeom>
          <a:noFill/>
          <a:ln w="25400">
            <a:solidFill>
              <a:srgbClr val="5A6E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2331720"/>
            <a:ext cx="2011680" cy="5029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width &lt; 1.75?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834640"/>
            <a:ext cx="0" cy="64008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474720"/>
            <a:ext cx="146304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474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2834640"/>
            <a:ext cx="0" cy="640080"/>
          </a:xfrm>
          <a:prstGeom prst="line">
            <a:avLst/>
          </a:prstGeom>
          <a:noFill/>
          <a:ln w="25400">
            <a:solidFill>
              <a:srgbClr val="5A6E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3474720"/>
            <a:ext cx="1463040" cy="5029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474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 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tree — actual max_depth =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560320" cy="182880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~97%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test set)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143000"/>
          <a:ext cx="5760720" cy="2011680"/>
        </p:xfrm>
        <a:graphic>
          <a:graphicData uri="http://schemas.openxmlformats.org/drawingml/2006/table">
            <a:tbl>
              <a:tblPr/>
              <a:tblGrid>
                <a:gridCol w="1440180"/>
                <a:gridCol w="1440180"/>
                <a:gridCol w="1440180"/>
                <a:gridCol w="14401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Versicolor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F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246120"/>
            <a:ext cx="8595360" cy="160020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3337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Methods Used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3749040"/>
            <a:ext cx="228600" cy="2286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of correct predictions across all classes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3749040"/>
            <a:ext cx="228600" cy="2286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 of true vs. predicted labels per class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3749040"/>
            <a:ext cx="228600" cy="2286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F1-Score per class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48840" y="1280160"/>
            <a:ext cx="5303520" cy="50292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1280160"/>
            <a:ext cx="4879238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9518" y="1371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Width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48840" y="2057400"/>
            <a:ext cx="5303520" cy="50292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057400"/>
            <a:ext cx="265176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2148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Length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48840" y="2834640"/>
            <a:ext cx="5303520" cy="50292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834640"/>
            <a:ext cx="10607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635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Width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48840" y="3611880"/>
            <a:ext cx="5303520" cy="50292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3611880"/>
            <a:ext cx="53035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3315" y="3703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4348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Petal length alone accounts for ~92% of the model's splitting decisions — it is the most discriminative feature.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1737360"/>
            <a:ext cx="1463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helps us understand which inputs drive the model's decisions.
</a:t>
            </a:r>
            <a:pPr indent="0" marL="0">
              <a:buNone/>
            </a:pPr>
            <a:r>
              <a:rPr lang="en-US" sz="10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Low-importance features like sepal width add little predictive value.
</a:t>
            </a:r>
            <a:pPr indent="0" marL="0">
              <a:buNone/>
            </a:pPr>
            <a:r>
              <a:rPr lang="en-US" sz="10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we could simplify the model by focusing on petal measurements only.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E7D52">
              <a:alpha val="20000"/>
            </a:srgbClr>
          </a:solidFill>
          <a:ln w="12700">
            <a:solidFill>
              <a:srgbClr val="2E7D5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8580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5720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2161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explore and understand your dataset before training any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68580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40280"/>
            <a:ext cx="45720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6243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evaluate on training data — use held-out test data for honest assessment.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68580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37560"/>
            <a:ext cx="45720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37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4107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7216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can be fully visualized, making them excellent for learning ML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89120"/>
            <a:ext cx="34747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389120"/>
            <a:ext cx="45720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389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462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773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measurements dominate — high-importance features drive model decisions.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4389120"/>
            <a:ext cx="34747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0520" y="4389120"/>
            <a:ext cx="45720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389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9160" y="4462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4773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Explore → Split → Train → Predict → Evaluate → Interpret.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4114800" cy="4114800"/>
          </a:xfrm>
          <a:prstGeom prst="ellipse">
            <a:avLst/>
          </a:prstGeom>
          <a:solidFill>
            <a:srgbClr val="2E7D52">
              <a:alpha val="15000"/>
            </a:srgbClr>
          </a:solidFill>
          <a:ln w="12700">
            <a:solidFill>
              <a:srgbClr val="2E7D52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Classification with Decision Tree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3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Matplotlib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</a:t>
            </a:r>
            <a:pPr indent="0" marL="0">
              <a:buNone/>
            </a:pPr>
            <a:r>
              <a:rPr lang="en-US" sz="13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DecisionTreeClassifier (Gini, max_depth=3)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— 150 samples, 4 features, 3 classes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github.com/sanghpriyasalve12-prog/iris_classification_decision_tree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 Classification with Decision Tree</dc:title>
  <dc:subject>PptxGenJS Presentation</dc:subject>
  <dc:creator>PptxGenJS</dc:creator>
  <cp:lastModifiedBy>PptxGenJS</cp:lastModifiedBy>
  <cp:revision>1</cp:revision>
  <dcterms:created xsi:type="dcterms:W3CDTF">2026-03-27T20:38:28Z</dcterms:created>
  <dcterms:modified xsi:type="dcterms:W3CDTF">2026-03-27T20:38:28Z</dcterms:modified>
</cp:coreProperties>
</file>